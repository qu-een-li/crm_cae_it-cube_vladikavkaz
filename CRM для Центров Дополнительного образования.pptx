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Old Standard TT"/>
      <p:regular r:id="rId16"/>
      <p:bold r:id="rId17"/>
      <p: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OldStandardTT-bold.fntdata"/><Relationship Id="rId16" Type="http://schemas.openxmlformats.org/officeDocument/2006/relationships/font" Target="fonts/OldStandardTT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OldStandardTT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e0b95f86ae_0_3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e0b95f86ae_0_3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0b95f86ae_0_3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e0b95f86ae_0_3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0c1a5fde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0c1a5fde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0c1a5fde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0c1a5fde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1981d9e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1981d9e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981d9e2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e1981d9e2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1981d9e2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e1981d9e2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1981d9e2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e1981d9e2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1981d9e2e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e1981d9e2e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CRM для Центров Дополнительного образования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572175" y="4244300"/>
            <a:ext cx="2571900" cy="104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900"/>
              <a:t>Очилов Артур</a:t>
            </a:r>
            <a:endParaRPr sz="2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 чем цель проекта?</a:t>
            </a:r>
            <a:endParaRPr/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71600"/>
            <a:ext cx="8520600" cy="204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Преподавателям в ЦДО приходится работать с бумажками, и вести учет учеников карандашем - Это очень неудобно, а главное поиск и хранение таких документов тратит много места и времени. Также не стоит забывать о человеческом факторе.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149" y="2388125"/>
            <a:ext cx="4055674" cy="24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02250" y="2388125"/>
            <a:ext cx="4761851" cy="24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Какие проблемы мой проект решает</a:t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Упрощение работы с учениками.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Автоматизация составления, периодических отчетов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Упрощение просмотра будущих конкурсов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Просмотр расписания онлайн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Слежение за посещаемостью учеников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"/>
              <a:t>Слежение за эффективностью преподавателя для директора ЦДО</a:t>
            </a:r>
            <a:endParaRPr/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8400" y="3153625"/>
            <a:ext cx="543666" cy="1830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700" y="3153627"/>
            <a:ext cx="3125100" cy="732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97700" y="4055477"/>
            <a:ext cx="3125101" cy="928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12219" y="4055474"/>
            <a:ext cx="3826131" cy="9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Демонстрация проекта</a:t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5467425" y="1058225"/>
            <a:ext cx="3434100" cy="69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 QR-code на сайт: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764950" y="1058225"/>
            <a:ext cx="3434100" cy="69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 QR-code на GitHub проекта:</a:t>
            </a:r>
            <a:endParaRPr/>
          </a:p>
        </p:txBody>
      </p:sp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80175" y="1426300"/>
            <a:ext cx="3079400" cy="308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4950" y="1400456"/>
            <a:ext cx="3079400" cy="3113919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5580175" y="405425"/>
            <a:ext cx="3434100" cy="69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Url адрес сайта: http://158.160.104.26:5001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может проект?</a:t>
            </a:r>
            <a:endParaRPr/>
          </a:p>
        </p:txBody>
      </p:sp>
      <p:sp>
        <p:nvSpPr>
          <p:cNvPr id="94" name="Google Shape;94;p17"/>
          <p:cNvSpPr txBox="1"/>
          <p:nvPr>
            <p:ph idx="1" type="body"/>
          </p:nvPr>
        </p:nvSpPr>
        <p:spPr>
          <a:xfrm>
            <a:off x="311700" y="1171600"/>
            <a:ext cx="8520600" cy="17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Добавление, изменение, данных учеников.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списка направлений, групп в них и учеников в них, удаление учеников из них и возможность переноса в другую группу, создание групп.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списка учителей, изменение их данных, загрузка фотографии преподавателя.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бесконечно подгружаемого расписания по неделям. добавления события и возможностью фильтровать события по группам.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Слежение за посещаемостью учеников, и его путем развития в ЦДО.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Автоматизация составления отчетов.</a:t>
            </a:r>
            <a:endParaRPr/>
          </a:p>
          <a:p>
            <a:pPr indent="-30003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и добавление в список конкурсов.</a:t>
            </a:r>
            <a:endParaRPr/>
          </a:p>
        </p:txBody>
      </p:sp>
      <p:pic>
        <p:nvPicPr>
          <p:cNvPr id="95" name="Google Shape;9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35104" y="2895400"/>
            <a:ext cx="1997196" cy="211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675" y="2895400"/>
            <a:ext cx="3063402" cy="211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06550" y="2895400"/>
            <a:ext cx="2567081" cy="2117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311700" y="558400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Архитектура проекта</a:t>
            </a:r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311700" y="1171600"/>
            <a:ext cx="8520600" cy="367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Корневая папка проекта делится на: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static -&gt; Изображения, файлы, что “сырыми” отправляются пользователю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routes -&gt; Адреса страниц и функции, что передают html пользователю по ним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forms -&gt; flask-wtf формы, передаются на страницы c формами и обеспечивают csrf защиту.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api -&gt; вся работа над модулями: “расписание”, “группы” и “посещаемость” переведены на restful-api структура. Классы и адреса для flask_restful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templates -&gt; Jinja2 шаблоны, в них передаются данные из функций в routes.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data -&gt; структура sql-alchemy классов - таблиц, описывающих  базу данных.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"/>
              <a:t>db -&gt; файл базы данных sqlite в .db.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Архитектура БД</a:t>
            </a:r>
            <a:endParaRPr/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10625"/>
            <a:ext cx="8839199" cy="37729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11700" y="445025"/>
            <a:ext cx="8626800" cy="92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4900"/>
              <a:t>Выводы:</a:t>
            </a:r>
            <a:endParaRPr sz="4900"/>
          </a:p>
        </p:txBody>
      </p:sp>
      <p:sp>
        <p:nvSpPr>
          <p:cNvPr id="115" name="Google Shape;115;p20"/>
          <p:cNvSpPr txBox="1"/>
          <p:nvPr>
            <p:ph idx="1" type="body"/>
          </p:nvPr>
        </p:nvSpPr>
        <p:spPr>
          <a:xfrm>
            <a:off x="311700" y="1171600"/>
            <a:ext cx="8885400" cy="379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3150"/>
              <a:t>Было выполнено:</a:t>
            </a:r>
            <a:endParaRPr sz="3150"/>
          </a:p>
          <a:p>
            <a:pPr indent="-334328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Добавление, изменение, данных учеников.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списка направлений, групп в них и учеников в них, удаление учеников из них и возможность переноса в другую группу.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списка учителей, изменение их данных, загрузка фотографии преподавателя.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бесконечно подгружаемого расписания по неделям, добавления события с еженедельным повторением и возможностью фильтровать события по группам.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Слежение за посещаемостью учеников.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Автоматизация составления отчетов по посещаемости в группах и у преподавателя.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Просмотр и добавление в список конкурсов.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Вход в аккаунт.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/>
              <a:t>API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Планы на </a:t>
            </a:r>
            <a:r>
              <a:rPr lang="ru"/>
              <a:t>будущее</a:t>
            </a:r>
            <a:endParaRPr/>
          </a:p>
        </p:txBody>
      </p:sp>
      <p:sp>
        <p:nvSpPr>
          <p:cNvPr id="121" name="Google Shape;121;p2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Создание сайта для любого пользователя (гостя) с публичными данными.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Автоматизация составления всех </a:t>
            </a:r>
            <a:r>
              <a:rPr lang="ru"/>
              <a:t>соответствующих</a:t>
            </a:r>
            <a:r>
              <a:rPr lang="ru"/>
              <a:t> отчетов.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Нахождение и искоренение всех дыр в </a:t>
            </a:r>
            <a:r>
              <a:rPr lang="ru"/>
              <a:t>безопасности</a:t>
            </a:r>
            <a:r>
              <a:rPr lang="ru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Введение нашего проекта в оборот ЦДО “IT-Cube”.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Получение гранта.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Коммерческий оборот в другие в ЦДО.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Создание идеального с точки зрения Quality-of-life сайта                             на основе сообщений с оборота в ЦДО “IT-Cube”.</a:t>
            </a:r>
            <a:endParaRPr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27500" y="1978248"/>
            <a:ext cx="1904800" cy="259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/>
          <p:nvPr>
            <p:ph type="title"/>
          </p:nvPr>
        </p:nvSpPr>
        <p:spPr>
          <a:xfrm>
            <a:off x="311700" y="778725"/>
            <a:ext cx="11672400" cy="37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6500"/>
              <a:t>Спасибо за внимание!</a:t>
            </a:r>
            <a:endParaRPr sz="6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