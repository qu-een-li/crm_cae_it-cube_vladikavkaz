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  <p:embeddedFontLst>
    <p:embeddedFont>
      <p:font typeface="Old Standard TT" panose="0000050000000000000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0b95f86ae_0_3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0b95f86ae_0_3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b95f86ae_0_3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b95f86ae_0_3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0c1a5fde7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0c1a5fde7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c1a5fde7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c1a5fde7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1981d9e2e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1981d9e2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1981d9e2e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1981d9e2e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1981d9e2e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1981d9e2e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1981d9e2e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1981d9e2e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1981d9e2e_0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1981d9e2e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dk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dk1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 panose="00000500000000000000"/>
              <a:buChar char="●"/>
              <a:defRPr sz="18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○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■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●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○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■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●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○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■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CRM для Центров Дополнительного образования</a:t>
            </a:r>
            <a:endParaRPr lang="en-US"/>
          </a:p>
        </p:txBody>
      </p:sp>
      <p:sp>
        <p:nvSpPr>
          <p:cNvPr id="60" name="Google Shape;60;p13"/>
          <p:cNvSpPr txBox="1"/>
          <p:nvPr>
            <p:ph type="subTitle" idx="1"/>
          </p:nvPr>
        </p:nvSpPr>
        <p:spPr>
          <a:xfrm>
            <a:off x="5545455" y="3912235"/>
            <a:ext cx="3488055" cy="10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/>
              <a:t>Очилов Артур</a:t>
            </a:r>
            <a:endParaRPr lang="en-US" sz="2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900"/>
              <a:t>Сидакова Вероника</a:t>
            </a:r>
            <a:endParaRPr lang="ru-RU" sz="2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 чем цель проекта?</a:t>
            </a:r>
            <a:endParaRPr lang="en-US"/>
          </a:p>
        </p:txBody>
      </p:sp>
      <p:sp>
        <p:nvSpPr>
          <p:cNvPr id="66" name="Google Shape;66;p14"/>
          <p:cNvSpPr txBox="1"/>
          <p:nvPr>
            <p:ph type="body" idx="1"/>
          </p:nvPr>
        </p:nvSpPr>
        <p:spPr>
          <a:xfrm>
            <a:off x="311700" y="1171600"/>
            <a:ext cx="8520600" cy="20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Преподавателям в ЦДО приходится работать с бумажками, и вести учет учеников карандашем - Это очень неудобно, а главное поиск и хранение таких документов тратит много места и времени. Также не стоит забывать о человеческом факторе. </a:t>
            </a:r>
            <a:endParaRPr lang="en-US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3149" y="2388125"/>
            <a:ext cx="4055674" cy="24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202250" y="2388125"/>
            <a:ext cx="4761851" cy="24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Какие проблемы мой проект решает</a:t>
            </a:r>
            <a:endParaRPr lang="en-US"/>
          </a:p>
        </p:txBody>
      </p:sp>
      <p:sp>
        <p:nvSpPr>
          <p:cNvPr id="74" name="Google Shape;74;p15"/>
          <p:cNvSpPr txBox="1"/>
          <p:nvPr>
            <p:ph type="body" idx="1"/>
          </p:nvPr>
        </p:nvSpPr>
        <p:spPr>
          <a:xfrm>
            <a:off x="311700" y="1057935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Упрощение работы с учениками</a:t>
            </a:r>
            <a:r>
              <a:rPr lang="ru-RU" altLang="en-US"/>
              <a:t> и преподавателями</a:t>
            </a:r>
            <a:r>
              <a:rPr lang="en-US"/>
              <a:t>.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Автоматизация составления</a:t>
            </a:r>
            <a:r>
              <a:rPr lang="ru-RU" altLang="en-US"/>
              <a:t> </a:t>
            </a:r>
            <a:r>
              <a:rPr lang="en-US"/>
              <a:t>периодических отчетов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Упрощение просмотра будущих конкурсов</a:t>
            </a:r>
            <a:r>
              <a:rPr lang="ru-RU" altLang="en-US"/>
              <a:t> и курсов и управленя ими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Просмотр расписания онлайн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Слежение за посещаемостью учеников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Слежение за эффективностью преподавателя для директора ЦДО</a:t>
            </a:r>
            <a:endParaRPr lang="en-US"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297700" y="3153627"/>
            <a:ext cx="3125100" cy="73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0" y="3153410"/>
            <a:ext cx="550545" cy="18307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940" y="4054475"/>
            <a:ext cx="3124835" cy="929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775" y="3348355"/>
            <a:ext cx="4558030" cy="1106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Демонстрация проекта</a:t>
            </a:r>
            <a:endParaRPr lang="en-US"/>
          </a:p>
        </p:txBody>
      </p:sp>
      <p:sp>
        <p:nvSpPr>
          <p:cNvPr id="84" name="Google Shape;84;p16"/>
          <p:cNvSpPr txBox="1"/>
          <p:nvPr>
            <p:ph type="body" idx="1"/>
          </p:nvPr>
        </p:nvSpPr>
        <p:spPr>
          <a:xfrm>
            <a:off x="5467425" y="1058225"/>
            <a:ext cx="34341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 QR-code на сайт:</a:t>
            </a:r>
            <a:endParaRPr lang="en-US"/>
          </a:p>
        </p:txBody>
      </p:sp>
      <p:sp>
        <p:nvSpPr>
          <p:cNvPr id="85" name="Google Shape;85;p16"/>
          <p:cNvSpPr txBox="1"/>
          <p:nvPr>
            <p:ph type="body" idx="1"/>
          </p:nvPr>
        </p:nvSpPr>
        <p:spPr>
          <a:xfrm>
            <a:off x="764950" y="1058225"/>
            <a:ext cx="34341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 QR-code на GitHub проекта:</a:t>
            </a:r>
            <a:endParaRPr lang="en-US"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580175" y="1426300"/>
            <a:ext cx="3079400" cy="308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64950" y="1400456"/>
            <a:ext cx="3079400" cy="311391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type="body" idx="1"/>
          </p:nvPr>
        </p:nvSpPr>
        <p:spPr>
          <a:xfrm>
            <a:off x="5580175" y="405425"/>
            <a:ext cx="34341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Url адрес сайта: http://158.160.104.26:5001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Что может проект?</a:t>
            </a:r>
            <a:endParaRPr lang="en-US"/>
          </a:p>
        </p:txBody>
      </p:sp>
      <p:sp>
        <p:nvSpPr>
          <p:cNvPr id="94" name="Google Shape;94;p17"/>
          <p:cNvSpPr txBox="1"/>
          <p:nvPr>
            <p:ph type="body" idx="1"/>
          </p:nvPr>
        </p:nvSpPr>
        <p:spPr>
          <a:xfrm>
            <a:off x="311700" y="1171600"/>
            <a:ext cx="8520600" cy="17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3003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Добавление, изменение, данных учеников</a:t>
            </a:r>
            <a:r>
              <a:rPr lang="ru-RU" altLang="en-US"/>
              <a:t> и преподавателей</a:t>
            </a:r>
            <a:r>
              <a:rPr lang="en-US"/>
              <a:t>.</a:t>
            </a:r>
            <a:endParaRPr lang="en-US"/>
          </a:p>
          <a:p>
            <a:pPr marL="457200" lvl="0" indent="-3003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Просмотр списка направлений, групп в них и учеников в них, удаление учеников из них и возможность переноса в другую группу, создание групп.</a:t>
            </a:r>
            <a:endParaRPr lang="en-US"/>
          </a:p>
          <a:p>
            <a:pPr marL="457200" lvl="0" indent="-3003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Просмотр списка учителей, изменение их данных, загрузка фотографии преподавателя.</a:t>
            </a:r>
            <a:endParaRPr lang="en-US"/>
          </a:p>
          <a:p>
            <a:pPr marL="457200" lvl="0" indent="-3003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Просмотр бесконечно подгружаемого расписания по неделям. добавления события и возможностью фильтровать события по группам.</a:t>
            </a:r>
            <a:endParaRPr lang="en-US"/>
          </a:p>
          <a:p>
            <a:pPr marL="457200" lvl="0" indent="-3003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Слежение за посещаемостью учеников, и его путем развития в ЦДО.</a:t>
            </a:r>
            <a:endParaRPr lang="en-US"/>
          </a:p>
          <a:p>
            <a:pPr marL="457200" lvl="0" indent="-3003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Автоматизация составления отчетов.</a:t>
            </a:r>
            <a:endParaRPr lang="en-US"/>
          </a:p>
          <a:p>
            <a:pPr marL="457200" lvl="0" indent="-3003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Просмотр и добавлени</a:t>
            </a:r>
            <a:r>
              <a:rPr lang="ru-RU" altLang="en-US"/>
              <a:t>е</a:t>
            </a:r>
            <a:r>
              <a:rPr lang="en-US"/>
              <a:t> в список конкурсов</a:t>
            </a:r>
            <a:r>
              <a:rPr lang="ru-RU" altLang="en-US"/>
              <a:t> для учеников и конкурсов для преподавателей, курсов повышения квалификации</a:t>
            </a:r>
            <a:endParaRPr lang="ru-RU" altLang="en-US"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835104" y="2895400"/>
            <a:ext cx="1997196" cy="211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81675" y="2895400"/>
            <a:ext cx="3063402" cy="211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06550" y="2895400"/>
            <a:ext cx="2567081" cy="211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5584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Архитектура проекта</a:t>
            </a:r>
            <a:endParaRPr lang="en-US"/>
          </a:p>
        </p:txBody>
      </p:sp>
      <p:sp>
        <p:nvSpPr>
          <p:cNvPr id="103" name="Google Shape;103;p18"/>
          <p:cNvSpPr txBox="1"/>
          <p:nvPr>
            <p:ph type="body" idx="1"/>
          </p:nvPr>
        </p:nvSpPr>
        <p:spPr>
          <a:xfrm>
            <a:off x="311700" y="1171600"/>
            <a:ext cx="8520600" cy="36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Корневая папка проекта делится на:</a:t>
            </a:r>
            <a:endParaRPr lang="en-US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static -&gt; Изображения, файлы, что “сырыми” отправляются пользователю</a:t>
            </a:r>
            <a:endParaRPr lang="en-US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routes -&gt; Адреса страниц и функции, что передают html пользователю по ним</a:t>
            </a:r>
            <a:endParaRPr lang="en-US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forms -&gt; flask-wtf формы, передаются на страницы c формами и обеспечивают csrf защиту.</a:t>
            </a:r>
            <a:endParaRPr lang="en-US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api -&gt; вся работа над модулями: “расписание”, “группы” и “посещаемость” переведены на restful-api структура. Классы и адреса для flask_restful</a:t>
            </a:r>
            <a:endParaRPr lang="en-US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templates -&gt; Jinja2 шаблоны, в них передаются данные из функций в routes.</a:t>
            </a:r>
            <a:endParaRPr lang="en-US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data -&gt; структура sql-alchemy классов - таблиц, описывающих  базу данных.</a:t>
            </a:r>
            <a:endParaRPr lang="en-US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db -&gt; файл базы данных sqlite в .db.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Архитектура БД</a:t>
            </a:r>
            <a:endParaRPr lang="en-US"/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057910"/>
            <a:ext cx="680339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626800" cy="9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900"/>
              <a:t>Выводы:</a:t>
            </a:r>
            <a:endParaRPr sz="4900"/>
          </a:p>
        </p:txBody>
      </p:sp>
      <p:sp>
        <p:nvSpPr>
          <p:cNvPr id="115" name="Google Shape;115;p20"/>
          <p:cNvSpPr txBox="1"/>
          <p:nvPr>
            <p:ph type="body" idx="1"/>
          </p:nvPr>
        </p:nvSpPr>
        <p:spPr>
          <a:xfrm>
            <a:off x="311700" y="1171600"/>
            <a:ext cx="8885400" cy="3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/>
              <a:t>Было выполнено:</a:t>
            </a:r>
            <a:endParaRPr sz="3150"/>
          </a:p>
          <a:p>
            <a:pPr marL="457200" lvl="0" indent="-33464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Добавление, изменение, данных учеников</a:t>
            </a:r>
            <a:r>
              <a:rPr lang="ru-RU" altLang="en-US"/>
              <a:t> и преподавателей</a:t>
            </a:r>
            <a:r>
              <a:rPr lang="en-US"/>
              <a:t>.</a:t>
            </a:r>
            <a:endParaRPr lang="en-US"/>
          </a:p>
          <a:p>
            <a:pPr marL="457200" lvl="0" indent="-3346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Просмотр списка направлений, групп в них и учеников в них, удаление учеников из них и возможность переноса в другую группу.</a:t>
            </a:r>
            <a:endParaRPr lang="en-US"/>
          </a:p>
          <a:p>
            <a:pPr marL="457200" lvl="0" indent="-3346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Просмотр списка учителей, изменение их данных, загрузка фотографии преподавателя</a:t>
            </a:r>
            <a:endParaRPr lang="en-US"/>
          </a:p>
          <a:p>
            <a:pPr marL="457200" lvl="0" indent="-3346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Просмотр бесконечно подгружаемого расписания по неделям, добавления события с еженедельным повторением и возможностью фильтровать события по группам.</a:t>
            </a:r>
            <a:endParaRPr lang="en-US"/>
          </a:p>
          <a:p>
            <a:pPr marL="457200" lvl="0" indent="-3346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Слежение за посещаемостью учеников.</a:t>
            </a:r>
            <a:endParaRPr lang="en-US"/>
          </a:p>
          <a:p>
            <a:pPr marL="457200" lvl="0" indent="-3346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Автоматизация составления отчетов по посещаемости в группах и у преподавател</a:t>
            </a:r>
            <a:r>
              <a:rPr lang="ru-RU" altLang="en-US"/>
              <a:t>я, отчеты по участию преподавателей в конкурсах и курсах повышения квалификации</a:t>
            </a:r>
            <a:endParaRPr lang="en-US"/>
          </a:p>
          <a:p>
            <a:pPr marL="457200" lvl="0" indent="-3346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Просмотр и добавление в список конкурсов</a:t>
            </a:r>
            <a:r>
              <a:rPr lang="ru-RU" altLang="en-US"/>
              <a:t> и курсов, легкое управление привязкой преподавателей к конкурсам и курсам</a:t>
            </a:r>
            <a:endParaRPr lang="en-US"/>
          </a:p>
          <a:p>
            <a:pPr marL="457200" lvl="0" indent="-3346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Вход в аккаунт.</a:t>
            </a:r>
            <a:endParaRPr lang="en-US"/>
          </a:p>
          <a:p>
            <a:pPr marL="457200" lvl="0" indent="-33464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API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Планы на </a:t>
            </a:r>
            <a:r>
              <a:rPr lang="en-US"/>
              <a:t>будущее</a:t>
            </a:r>
            <a:endParaRPr lang="en-US"/>
          </a:p>
        </p:txBody>
      </p:sp>
      <p:sp>
        <p:nvSpPr>
          <p:cNvPr id="121" name="Google Shape;121;p21"/>
          <p:cNvSpPr txBox="1"/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Создание сайта для любого пользователя (гостя) с публичными данными.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Автоматизация составления всех </a:t>
            </a:r>
            <a:r>
              <a:rPr lang="en-US"/>
              <a:t>соответствующих</a:t>
            </a:r>
            <a:r>
              <a:rPr lang="en-US"/>
              <a:t> отчетов.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Нахождение и искоренение всех дыр в </a:t>
            </a:r>
            <a:r>
              <a:rPr lang="en-US"/>
              <a:t>безопасности</a:t>
            </a:r>
            <a:r>
              <a:rPr lang="en-US"/>
              <a:t>.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Введение нашего проекта в оборот ЦДО “IT-Cube”.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Получение гранта.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Коммерческий оборот в другие в ЦДО.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Создание идеального с точки зрения Quality-of-life сайта                             на основе сообщений с оборота в ЦДО “IT-Cube”.</a:t>
            </a:r>
            <a:endParaRPr lang="en-US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927500" y="1978248"/>
            <a:ext cx="1904800" cy="2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778725"/>
            <a:ext cx="116724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/>
              <a:t>Спасибо за внимание!</a:t>
            </a:r>
            <a:endParaRPr sz="6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3170</Words>
  <Application>WPS Presentation</Application>
  <PresentationFormat/>
  <Paragraphs>76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Old Standard TT</vt:lpstr>
      <vt:lpstr>Microsoft YaHei</vt:lpstr>
      <vt:lpstr>Arial Unicode MS</vt:lpstr>
      <vt:lpstr>Paperback</vt:lpstr>
      <vt:lpstr>CRM для Центров Дополнительного образования</vt:lpstr>
      <vt:lpstr>В чем цель проекта?</vt:lpstr>
      <vt:lpstr>Какие проблемы мой проект решает</vt:lpstr>
      <vt:lpstr>Демонстрация проекта</vt:lpstr>
      <vt:lpstr>Что может проект?</vt:lpstr>
      <vt:lpstr>Архитектура проекта</vt:lpstr>
      <vt:lpstr>Архитектура БД</vt:lpstr>
      <vt:lpstr>Выводы:</vt:lpstr>
      <vt:lpstr>Планы на будущее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для Центров Дополнительного образования</dc:title>
  <dc:creator/>
  <cp:lastModifiedBy>Nika</cp:lastModifiedBy>
  <cp:revision>2</cp:revision>
  <dcterms:created xsi:type="dcterms:W3CDTF">2026-05-14T11:07:05Z</dcterms:created>
  <dcterms:modified xsi:type="dcterms:W3CDTF">2026-05-14T12:48:29Z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CCE9731133AC4A4B91DFCEF626259232_13</vt:lpwstr>
  </property>
  <property fmtid="{D5CDD505-2E9C-101B-9397-08002B2CF9AE}" pid="3" name="KSOProductBuildVer">
    <vt:lpwstr>1033-12.2.0.23196</vt:lpwstr>
  </property>
</Properties>
</file>